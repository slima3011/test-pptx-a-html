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LobeHub Skills Marketplace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was generated using the html-to-pptx skill from the LobeHub Skills Marketplace.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source: aviz85/claude-skills-library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Registry: NeverSight/skills_feed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to: ~/.claude/skills/html-to-pptx/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Skill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HTML documents to PowerPoint presentations (.pptx) with three conversion modes: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— Parse HTML into native, editable PPTX elements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— Screenshot HTML for pixel-perfect rendering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— Automatically selects the best mode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Hebrew / RTL language support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fonts, font sizes, and background colors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slides by CSS selector (section, article, .slide, hr)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input support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Stdin pipe support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Complete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was installed successfully: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LobeHub marketplace added to ~/.claude/settings.json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files installed to ~/.claude/skills/html-to-pptx/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dependencies installed (pptxgenjs, cheerio, puppeteer)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setup_complete: true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LobeHub Skills Marketplace</dc:title>
  <dc:subject/>
  <dc:creator>AVIZ</dc:creator>
  <cp:lastModifiedBy>AVIZ</cp:lastModifiedBy>
  <cp:revision>1</cp:revision>
  <dcterms:created xsi:type="dcterms:W3CDTF">2026-04-22T00:13:12Z</dcterms:created>
  <dcterms:modified xsi:type="dcterms:W3CDTF">2026-04-22T00:13:12Z</dcterms:modified>
</cp:coreProperties>
</file>